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F8FAFC"/>
                </a:solidFill>
              </a:defRPr>
            </a:pPr>
            <a:r>
              <a:t>FULL STACK DEVELOPER</a:t>
            </a:r>
            <a:br/>
            <a:r>
              <a:t>INTERVIEW PREPARATION KIT</a:t>
            </a:r>
          </a:p>
          <a:p>
            <a:br/>
            <a:pPr algn="ctr">
              <a:defRPr sz="1700" b="1">
                <a:solidFill>
                  <a:srgbClr val="38BDF8"/>
                </a:solidFill>
              </a:defRPr>
            </a:pPr>
            <a:r>
              <a:t>DSA Coding Challenges &amp; Comprehensive Full Stack Mastery (265+ Topics)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LeetCode Patterns • Database Engineering • React 18+ • Java 21 Spring Boot • K8s • AWS Cloud •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FULL STACK ROADMAP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6-8 Month Full Stack Learning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Mastery path structured across 10 sequential engineering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P1: DSA &amp; Coding Problems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Two Pointers, Sliding Window, Trees, Graphs, DP, LeetCode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828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P2: Database Engineering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PostgreSQL, B+Tree, EXPLAIN ANALYZE, Locks, MVCC, NoSQL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828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P3: Java Core &amp; Internals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JVM, Memory Layout, Collections, Threads, Design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828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P4: Spring Boot Backend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IoC, JPA/Hibernate, Security, JWT, Microservices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828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P5: React 18+ &amp; Frontend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ES6+, Fiber, Custom Hooks, Redux, React Query, 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P6: DevOps &amp; Containers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Linux, Docker, Multi-stage, Kubernetes, Nginx, CI/CD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4114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P7: AWS Cloud Architecture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VPC, EC2, ASG, S3, RDS, CloudWatch, Lambda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4114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P8: Monitoring &amp; APM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Prometheus, Grafana, ELK, Jaeger, JMeter, YourKit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4114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P9: System Design LLD/HLD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SOLID, GoF, Microservices, Kafka, Redis, Sharding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4114800"/>
            <a:ext cx="20574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P10: 4 Enterprise Projects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Employee EMS, E-Commerce, Chat App, Financial Bank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1: Complexity Analysis &amp; Math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Big-O, Big-Omega, Big-Theta &amp; Time/Space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Big-O, Big-Omega, Big-Theta &amp; Time/Space Trade-offs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What is the amortized time complexity of dynamic array resizing? Contrast O(1) vs O(N) operations.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Evaluating algorithmic efficiency before writing high-volume production loops.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Employee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#1 - Two Sum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int[] twoSum(int[] nums, int target) {</a:t>
            </a:r>
            <a:br/>
            <a:r>
              <a:t>    Map&lt;Integer, Integer&gt; map = new HashMap&lt;&gt;();</a:t>
            </a:r>
            <a:br/>
            <a:r>
              <a:t>    for (int i = 0; i &lt; nums.length; i++) {</a:t>
            </a:r>
            <a:br/>
            <a:r>
              <a:t>        int comp = target - nums[i];</a:t>
            </a:r>
            <a:br/>
            <a:r>
              <a:t>        if (map.containsKey(comp)) return new int[]{map.get(comp), i};</a:t>
            </a:r>
            <a:br/>
            <a:r>
              <a:t>        map.put(nums[i], i);</a:t>
            </a:r>
            <a:br/>
            <a:r>
              <a:t>    }</a:t>
            </a:r>
            <a:br/>
            <a:r>
              <a:t>    return new int[0];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Grokking Algorithms, LeetCode Explore Cards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2: Arrays &amp; Strings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Two-Pointer Technique (Opposite End &amp; Same Direction)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Two-Pointer Technique (Opposite End &amp; Same Direction)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do you solve 3Sum in O(N^2) time using two pointers without duplicate triplets?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Eliminating nested O(N^3) loops in array data transformation services.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#15 - 3Sum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List&lt;List&lt;Integer&gt;&gt; threeSum(int[] nums) {</a:t>
            </a:r>
            <a:br/>
            <a:r>
              <a:t>    Arrays.sort(nums);</a:t>
            </a:r>
            <a:br/>
            <a:r>
              <a:t>    List&lt;List&lt;Integer&gt;&gt; res = new ArrayList&lt;&gt;();</a:t>
            </a:r>
            <a:br/>
            <a:r>
              <a:t>    for (int i = 0; i &lt; nums.length - 2; i++) {</a:t>
            </a:r>
            <a:br/>
            <a:r>
              <a:t>        if (i &gt; 0 &amp;&amp; nums[i] == nums[i-1]) continue;</a:t>
            </a:r>
            <a:br/>
            <a:r>
              <a:t>        int l = i + 1, r = nums.length - 1;</a:t>
            </a:r>
            <a:br/>
            <a:r>
              <a:t>        while (l &lt; r) {</a:t>
            </a:r>
            <a:br/>
            <a:r>
              <a:t>            int sum = nums[i] + nums[l] + nums[r];</a:t>
            </a:r>
            <a:br/>
            <a:r>
              <a:t>            if (sum == 0) {</a:t>
            </a:r>
            <a:br/>
            <a:r>
              <a:t>                res.add(Arrays.asList(nums[i], nums[l], nums[r]));</a:t>
            </a:r>
            <a:br/>
            <a:r>
              <a:t>                while (l &lt; r &amp;&amp; nums[l] == nums[l+1]) l++;</a:t>
            </a:r>
            <a:br/>
            <a:r>
              <a:t>                while (l &lt; r &amp;&amp; nums[r] == nums[r-1]) r--;</a:t>
            </a:r>
            <a:br/>
            <a:r>
              <a:t>                l++; r--;</a:t>
            </a:r>
            <a:br/>
            <a:r>
              <a:t>            } else if (sum &lt; 0) l++; else r--;</a:t>
            </a:r>
            <a:br/>
            <a:r>
              <a:t>        }</a:t>
            </a:r>
            <a:br/>
            <a:r>
              <a:t>    }</a:t>
            </a:r>
            <a:br/>
            <a:r>
              <a:t>    return res;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3Sum, Container With Most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3: Arrays &amp; Strings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Sliding Window Pattern (Fixed &amp; Dynamic Window Sizes)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Sliding Window Pattern (Fixed &amp; Dynamic Window Sizes)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find the Longest Substring Without Repeating Characters in O(N) time?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Real-time rate-limiting sliding windows and log stream pattern parsing.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Chat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#3 - Longest Substring Without Repeating Characters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O(min(N, M))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lengthOfLongestSubstring(String s) {</a:t>
            </a:r>
            <a:br/>
            <a:r>
              <a:t>    Map&lt;Character, Integer&gt; map = new HashMap&lt;&gt;();</a:t>
            </a:r>
            <a:br/>
            <a:r>
              <a:t>    int maxLen = 0, l = 0;</a:t>
            </a:r>
            <a:br/>
            <a:r>
              <a:t>    for (int r = 0; r &lt; s.length(); r++) {</a:t>
            </a:r>
            <a:br/>
            <a:r>
              <a:t>        char c = s.charAt(r);</a:t>
            </a:r>
            <a:br/>
            <a:r>
              <a:t>        if (map.containsKey(c)) l = Math.max(l, map.get(c) + 1);</a:t>
            </a:r>
            <a:br/>
            <a:r>
              <a:t>        map.put(c, r);</a:t>
            </a:r>
            <a:br/>
            <a:r>
              <a:t>        maxLen = Math.max(maxLen, r - l + 1);</a:t>
            </a:r>
            <a:br/>
            <a:r>
              <a:t>    }</a:t>
            </a:r>
            <a:br/>
            <a:r>
              <a:t>    return maxLen;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Sliding Window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4: Arrays &amp; Strings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Prefix Sum Arrays &amp; Difference Arrays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Prefix Sum Arrays &amp; Difference Arrays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find the total number of continuous subarrays whose sum equals K in O(N) time?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Financial ledger sub-range totals and high-frequency analytical aggregations.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#560 - Subarray Sum Equals K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subarraySum(int[] nums, int k) {</a:t>
            </a:r>
            <a:br/>
            <a:r>
              <a:t>    Map&lt;Integer, Integer&gt; map = new HashMap&lt;&gt;();</a:t>
            </a:r>
            <a:br/>
            <a:r>
              <a:t>    map.put(0, 1);</a:t>
            </a:r>
            <a:br/>
            <a:r>
              <a:t>    int sum = 0, count = 0;</a:t>
            </a:r>
            <a:br/>
            <a:r>
              <a:t>    for (int n : nums) {</a:t>
            </a:r>
            <a:br/>
            <a:r>
              <a:t>        sum += n;</a:t>
            </a:r>
            <a:br/>
            <a:r>
              <a:t>        if (map.containsKey(sum - k)) count += map.get(sum - k);</a:t>
            </a:r>
            <a:br/>
            <a:r>
              <a:t>        map.put(sum, map.getOrDefault(sum, 0) + 1);</a:t>
            </a:r>
            <a:br/>
            <a:r>
              <a:t>    }</a:t>
            </a:r>
            <a:br/>
            <a:r>
              <a:t>    return count;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Subarray Sum Equals 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5: Linked List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Singly &amp; Doubly Linked Lists (In-place Reversal)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Singly &amp; Doubly Linked Lists (In-place Reversal)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do you reverse a Singly Linked List iteratively in O(1) auxiliary space?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Building LRU Cache node linked structures and undo-redo history buffers.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#206 - Reverse Linked List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ListNode reverseList(ListNode head) {</a:t>
            </a:r>
            <a:br/>
            <a:r>
              <a:t>    ListNode prev = null, curr = head;</a:t>
            </a:r>
            <a:br/>
            <a:r>
              <a:t>    while (curr != null) {</a:t>
            </a:r>
            <a:br/>
            <a:r>
              <a:t>        ListNode next = curr.next;</a:t>
            </a:r>
            <a:br/>
            <a:r>
              <a:t>        curr.next = prev;</a:t>
            </a:r>
            <a:br/>
            <a:r>
              <a:t>        prev = curr;</a:t>
            </a:r>
            <a:br/>
            <a:r>
              <a:t>        curr = next;</a:t>
            </a:r>
            <a:br/>
            <a:r>
              <a:t>    }</a:t>
            </a:r>
            <a:br/>
            <a:r>
              <a:t>    return prev;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Reverse Linked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6: Linked List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Fast &amp; Slow Pointers (Floyd's Cycle Detection Algorithm)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Fast &amp; Slow Pointers (Floyd's Cycle Detection Algorithm)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detect a cycle in a Linked List and find the cycle starting node in O(1) space?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Detecting circular dependencies in workflow execution graphs.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#142 - Linked List Cycle II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ListNode detectCycle(ListNode head) {</a:t>
            </a:r>
            <a:br/>
            <a:r>
              <a:t>    ListNode slow = head, fast = head;</a:t>
            </a:r>
            <a:br/>
            <a:r>
              <a:t>    while (fast != null &amp;&amp; fast.next != null) {</a:t>
            </a:r>
            <a:br/>
            <a:r>
              <a:t>        slow = slow.next;</a:t>
            </a:r>
            <a:br/>
            <a:r>
              <a:t>        fast = fast.next.next;</a:t>
            </a:r>
            <a:br/>
            <a:r>
              <a:t>        if (slow == fast) {</a:t>
            </a:r>
            <a:br/>
            <a:r>
              <a:t>            ListNode p = head;</a:t>
            </a:r>
            <a:br/>
            <a:r>
              <a:t>            while (p != slow) { p = p.next; slow = slow.next; }</a:t>
            </a:r>
            <a:br/>
            <a:r>
              <a:t>            return p;</a:t>
            </a:r>
            <a:br/>
            <a:r>
              <a:t>        }</a:t>
            </a:r>
            <a:br/>
            <a:r>
              <a:t>    }</a:t>
            </a:r>
            <a:br/>
            <a:r>
              <a:t>    return null;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Linked List Cycle 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7: Stack &amp; Monotonic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Stack Expressions &amp; Monotonic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Stack Expressions &amp; Monotonic Stack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does a Monotonic Stack solve 'Daily Temperatures' in O(N) time?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Evaluating algebraic expressions, compiler AST parsing, and stock price peak detection.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#739 - Daily Temperatures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int[] dailyTemperatures(int[] T) {</a:t>
            </a:r>
            <a:br/>
            <a:r>
              <a:t>    Stack&lt;Integer&gt; st = new Stack&lt;&gt;();</a:t>
            </a:r>
            <a:br/>
            <a:r>
              <a:t>    int[] res = new int[T.length];</a:t>
            </a:r>
            <a:br/>
            <a:r>
              <a:t>    for (int i = 0; i &lt; T.length; i++) {</a:t>
            </a:r>
            <a:br/>
            <a:r>
              <a:t>        while (!st.isEmpty() &amp;&amp; T[i] &gt; T[st.peek()]) {</a:t>
            </a:r>
            <a:br/>
            <a:r>
              <a:t>            int idx = st.pop();</a:t>
            </a:r>
            <a:br/>
            <a:r>
              <a:t>            res[idx] = i - idx;</a:t>
            </a:r>
            <a:br/>
            <a:r>
              <a:t>        }</a:t>
            </a:r>
            <a:br/>
            <a:r>
              <a:t>        st.push(i);</a:t>
            </a:r>
            <a:br/>
            <a:r>
              <a:t>    }</a:t>
            </a:r>
            <a:br/>
            <a:r>
              <a:t>    return res;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Monotonic Stack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8: Queue &amp; Monotonic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Circular Queue, Deque &amp; Monotonic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Circular Queue, Deque &amp; Monotonic Queue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solve Sliding Window Maximum using a Monotonic Deque in O(N) time?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Real-time rolling metric maximums in event stream processors.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Chat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#239 - Sliding Window Maximum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O(K)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int[] maxSlidingWindow(int[] nums, int k) {</a:t>
            </a:r>
            <a:br/>
            <a:r>
              <a:t>    Deque&lt;Integer&gt; dq = new ArrayDeque&lt;&gt;();</a:t>
            </a:r>
            <a:br/>
            <a:r>
              <a:t>    int[] res = new int[nums.length - k + 1];</a:t>
            </a:r>
            <a:br/>
            <a:r>
              <a:t>    for (int i = 0; i &lt; nums.length; i++) {</a:t>
            </a:r>
            <a:br/>
            <a:r>
              <a:t>        if (!dq.isEmpty() &amp;&amp; dq.peekFirst() == i - k) dq.pollFirst();</a:t>
            </a:r>
            <a:br/>
            <a:r>
              <a:t>        while (!dq.isEmpty() &amp;&amp; nums[dq.peekLast()] &lt; nums[i]) dq.pollLast();</a:t>
            </a:r>
            <a:br/>
            <a:r>
              <a:t>        dq.offerLast(i);</a:t>
            </a:r>
            <a:br/>
            <a:r>
              <a:t>        if (i &gt;= k - 1) res[i - k + 1] = nums[dq.peekFirst()];</a:t>
            </a:r>
            <a:br/>
            <a:r>
              <a:t>    }</a:t>
            </a:r>
            <a:br/>
            <a:r>
              <a:t>    return res;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Sliding Window Maximum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9: Binary Search &amp; 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Binary Search on Sorted Arrays &amp; Rotated Arrays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Binary Search on Sorted Arrays &amp; Rotated Arrays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search a target in a Rotated Sorted Array in O(log N) time?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Optimizing resource allocation thresholds using log(N) decision boundaries.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#33 - Search in Rotated Sorted Array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O(log N)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search(int[] nums, int target) {</a:t>
            </a:r>
            <a:br/>
            <a:r>
              <a:t>    int l = 0, r = nums.length - 1;</a:t>
            </a:r>
            <a:br/>
            <a:r>
              <a:t>    while (l &lt;= r) {</a:t>
            </a:r>
            <a:br/>
            <a:r>
              <a:t>        int mid = l + (r - l) / 2;</a:t>
            </a:r>
            <a:br/>
            <a:r>
              <a:t>        if (nums[mid] == target) return mid;</a:t>
            </a:r>
            <a:br/>
            <a:r>
              <a:t>        if (nums[l] &lt;= nums[mid]) {</a:t>
            </a:r>
            <a:br/>
            <a:r>
              <a:t>            if (target &gt;= nums[l] &amp;&amp; target &lt; nums[mid]) r = mid - 1;</a:t>
            </a:r>
            <a:br/>
            <a:r>
              <a:t>            else l = mid + 1;</a:t>
            </a:r>
            <a:br/>
            <a:r>
              <a:t>        } else {</a:t>
            </a:r>
            <a:br/>
            <a:r>
              <a:t>            if (target &gt; nums[mid] &amp;&amp; target &lt;= nums[r]) l = mid + 1;</a:t>
            </a:r>
            <a:br/>
            <a:r>
              <a:t>            else r = mid - 1;</a:t>
            </a:r>
            <a:br/>
            <a:r>
              <a:t>        }</a:t>
            </a:r>
            <a:br/>
            <a:r>
              <a:t>    }</a:t>
            </a:r>
            <a:br/>
            <a:r>
              <a:t>    return -1;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Binary Search Search 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10: Binary Trees &amp; BST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Lowest Common Ancestor (LCA) in Binary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Lowest Common Ancestor (LCA) in Binary Tree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find the Lowest Common Ancestor of two nodes in a Binary Tree?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Navigating hierarchical organization charts and DOM trees.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Employee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#236 - Lowest Common Ancestor of a Binary Tree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O(H)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TreeNode lowestCommonAncestor(TreeNode root, TreeNode p, TreeNode q) {</a:t>
            </a:r>
            <a:br/>
            <a:r>
              <a:t>    if (root == null || root == p || root == q) return root;</a:t>
            </a:r>
            <a:br/>
            <a:r>
              <a:t>    TreeNode left = lowestCommonAncestor(root.left, p, q);</a:t>
            </a:r>
            <a:br/>
            <a:r>
              <a:t>    TreeNode right = lowestCommonAncestor(root.right, p, q);</a:t>
            </a:r>
            <a:br/>
            <a:r>
              <a:t>    if (left != null &amp;&amp; right != null) return root;</a:t>
            </a:r>
            <a:br/>
            <a:r>
              <a:t>    return left != null ? left : right;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Binary Tree Traversals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11: Binary Search Trees (BST)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BST Validation with Min/Max Bounds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BST Validation with Min/Max Bounds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validate if a Binary Tree is a valid BST in O(N) time?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Validating indexed range search structures.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Employee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#98 - Validate Binary Search Tree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O(H)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boolean isValidBST(TreeNode root) {</a:t>
            </a:r>
            <a:br/>
            <a:r>
              <a:t>    return validate(root, null, null);</a:t>
            </a:r>
            <a:br/>
            <a:r>
              <a:t>}</a:t>
            </a:r>
            <a:br/>
            <a:r>
              <a:t>private boolean validate(TreeNode node, Integer min, Integer max) {</a:t>
            </a:r>
            <a:br/>
            <a:r>
              <a:t>    if (node == null) return true;</a:t>
            </a:r>
            <a:br/>
            <a:r>
              <a:t>    if ((min != null &amp;&amp; node.val &lt;= min) || (max != null &amp;&amp; node.val &gt;= max)) return false;</a:t>
            </a:r>
            <a:br/>
            <a:r>
              <a:t>    return validate(node.left, min, node.val) &amp;&amp; validate(node.right, node.val, max);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Validate BST &amp; LCA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12: Heaps &amp; Priority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Min-Heap / Max-Heap Internals &amp; Top K Elements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Min-Heap / Max-Heap Internals &amp; Top K Elements Pattern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find Top K Frequent Elements using Min-Heap in O(N log K)?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Building real-time trending leaderboards and task schedulers.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Chat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#347 - Top K Frequent Elements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 log K)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int[] topKFrequent(int[] nums, int k) {</a:t>
            </a:r>
            <a:br/>
            <a:r>
              <a:t>    Map&lt;Integer, Integer&gt; map = new HashMap&lt;&gt;();</a:t>
            </a:r>
            <a:br/>
            <a:r>
              <a:t>    for (int n : nums) map.put(n, map.getOrDefault(n, 0) + 1);</a:t>
            </a:r>
            <a:br/>
            <a:r>
              <a:t>    PriorityQueue&lt;Map.Entry&lt;Integer, Integer&gt;&gt; pq =</a:t>
            </a:r>
            <a:br/>
            <a:r>
              <a:t>        new PriorityQueue&lt;&gt;((a, b) -&gt; a.getValue() - b.getValue());</a:t>
            </a:r>
            <a:br/>
            <a:r>
              <a:t>    for (Map.Entry&lt;Integer, Integer&gt; entry : map.entrySet()) {</a:t>
            </a:r>
            <a:br/>
            <a:r>
              <a:t>        pq.add(entry);</a:t>
            </a:r>
            <a:br/>
            <a:r>
              <a:t>        if (pq.size() &gt; k) pq.poll();</a:t>
            </a:r>
            <a:br/>
            <a:r>
              <a:t>    }</a:t>
            </a:r>
            <a:br/>
            <a:r>
              <a:t>    int[] res = new int[k];</a:t>
            </a:r>
            <a:br/>
            <a:r>
              <a:t>    for (int i = 0; i &lt; k; i++) res[i] = pq.poll().getKey();</a:t>
            </a:r>
            <a:br/>
            <a:r>
              <a:t>    return res;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Top K Frequent Elements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13: Graph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Graph Traversals (BFS / DFS &amp; Connected Components)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Graph Traversals (BFS / DFS &amp; Connected Components)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count Number of Islands in a 2D grid using BFS/DFS?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Social network connection degrees and microservice dependency mapping.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#200 - Number of Islands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O(M * N) | Space: O(M * 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numIslands(char[][] grid) {</a:t>
            </a:r>
            <a:br/>
            <a:r>
              <a:t>    int count = 0;</a:t>
            </a:r>
            <a:br/>
            <a:r>
              <a:t>    for (int r = 0; r &lt; grid.length; r++) {</a:t>
            </a:r>
            <a:br/>
            <a:r>
              <a:t>        for (int c = 0; c &lt; grid[0].length; c++) {</a:t>
            </a:r>
            <a:br/>
            <a:r>
              <a:t>            if (grid[r][c] == '1') {</a:t>
            </a:r>
            <a:br/>
            <a:r>
              <a:t>                dfs(grid, r, c);</a:t>
            </a:r>
            <a:br/>
            <a:r>
              <a:t>                count++;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r>
              <a:t>    return count;</a:t>
            </a:r>
            <a:br/>
            <a:r>
              <a:t>}</a:t>
            </a:r>
            <a:br/>
            <a:r>
              <a:t>private void dfs(char[][] grid, int r, int c) {</a:t>
            </a:r>
            <a:br/>
            <a:r>
              <a:t>    if (r &lt; 0 || r &gt;= grid.length || c &lt; 0 || c &gt;= grid[0].length || grid[r][c] != '1') return;</a:t>
            </a:r>
            <a:br/>
            <a:r>
              <a:t>    grid[r][c] = '0';</a:t>
            </a:r>
            <a:br/>
            <a:r>
              <a:t>    dfs(grid, r+1, c); dfs(grid, r-1, c); dfs(grid, r, c+1); dfs(grid, r, c-1);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Graph BFS / DFS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14: Graph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Topological Sort (Kahn's BFS Algorithm)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Topological Sort (Kahn's BFS Algorithm)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find valid course ordering using Topological Sort (Kahn's In-degree BFS)?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Resolving build dependencies in CI/CD pipelines and task execution ordering.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#210 - Course Schedule II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O(V + E) | Space: O(V + E)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int[] findOrder(int n, int[][] prereqs) {</a:t>
            </a:r>
            <a:br/>
            <a:r>
              <a:t>    List&lt;Integer&gt;[] adj = new List[n];</a:t>
            </a:r>
            <a:br/>
            <a:r>
              <a:t>    int[] indegree = new int[n];</a:t>
            </a:r>
            <a:br/>
            <a:r>
              <a:t>    for (int i = 0; i &lt; n; i++) adj[i] = new ArrayList&lt;&gt;();</a:t>
            </a:r>
            <a:br/>
            <a:r>
              <a:t>    for (int[] p : prereqs) {</a:t>
            </a:r>
            <a:br/>
            <a:r>
              <a:t>        adj[p[1]].add(p[0]);</a:t>
            </a:r>
            <a:br/>
            <a:r>
              <a:t>        indegree[p[0]]++;</a:t>
            </a:r>
            <a:br/>
            <a:r>
              <a:t>    }</a:t>
            </a:r>
            <a:br/>
            <a:r>
              <a:t>    Queue&lt;Integer&gt; q = new LinkedList&lt;&gt;();</a:t>
            </a:r>
            <a:br/>
            <a:r>
              <a:t>    for (int i = 0; i &lt; n; i++) if (indegree[i] == 0) q.add(i);</a:t>
            </a:r>
            <a:br/>
            <a:r>
              <a:t>    int[] res = new int[n]; int idx = 0;</a:t>
            </a:r>
            <a:br/>
            <a:r>
              <a:t>    while (!q.isEmpty()) {</a:t>
            </a:r>
            <a:br/>
            <a:r>
              <a:t>        int curr = q.poll();</a:t>
            </a:r>
            <a:br/>
            <a:r>
              <a:t>        res[idx++] = curr;</a:t>
            </a:r>
            <a:br/>
            <a:r>
              <a:t>        for (int next : adj[curr]) {</a:t>
            </a:r>
            <a:br/>
            <a:r>
              <a:t>            if (--indegree[next] == 0) q.add(next);</a:t>
            </a:r>
            <a:br/>
            <a:r>
              <a:t>        }</a:t>
            </a:r>
            <a:br/>
            <a:r>
              <a:t>    }</a:t>
            </a:r>
            <a:br/>
            <a:r>
              <a:t>    return idx == n ? res : new int[0];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Course Schedule I &amp; II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15: Graph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Dijkstra's Shortest Path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Dijkstra's Shortest Path Algorithm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calculate network delay time for all nodes using Dijkstra's Algorithm?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Routing network packets dynamically and logistics delivery route optimization.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#743 - Network Delay Time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O(E log V) | Space: O(V + E)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networkDelayTime(int[][] times, int n, int k) {</a:t>
            </a:r>
            <a:br/>
            <a:r>
              <a:t>    Map&lt;Integer, List&lt;int[]&gt;&gt; graph = new HashMap&lt;&gt;();</a:t>
            </a:r>
            <a:br/>
            <a:r>
              <a:t>    for (int[] t : times) {</a:t>
            </a:r>
            <a:br/>
            <a:r>
              <a:t>        graph.computeIfAbsent(t[0], x -&gt; new ArrayList&lt;&gt;()).add(new int[]{t[1], t[2]});</a:t>
            </a:r>
            <a:br/>
            <a:r>
              <a:t>    }</a:t>
            </a:r>
            <a:br/>
            <a:r>
              <a:t>    PriorityQueue&lt;int[]&gt; pq = new PriorityQueue&lt;&gt;((a, b) -&gt; a[1] - b[1]);</a:t>
            </a:r>
            <a:br/>
            <a:r>
              <a:t>    pq.add(new int[]{k, 0});</a:t>
            </a:r>
            <a:br/>
            <a:r>
              <a:t>    Map&lt;Integer, Integer&gt; dist = new HashMap&lt;&gt;();</a:t>
            </a:r>
            <a:br/>
            <a:r>
              <a:t>    while (!pq.isEmpty()) {</a:t>
            </a:r>
            <a:br/>
            <a:r>
              <a:t>        int[] curr = pq.poll();</a:t>
            </a:r>
            <a:br/>
            <a:r>
              <a:t>        int u = curr[0], d = curr[1];</a:t>
            </a:r>
            <a:br/>
            <a:r>
              <a:t>        if (dist.containsKey(u)) continue;</a:t>
            </a:r>
            <a:br/>
            <a:r>
              <a:t>        dist.put(u, d);</a:t>
            </a:r>
            <a:br/>
            <a:r>
              <a:t>        if (graph.containsKey(u)) {</a:t>
            </a:r>
            <a:br/>
            <a:r>
              <a:t>            for (int[] edge : graph.get(u)) {</a:t>
            </a:r>
            <a:br/>
            <a:r>
              <a:t>                if (!dist.containsKey(edge[0])) pq.add(new int[]{edge[0], d + edge[1]});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r>
              <a:t>    if (dist.size() != n) return -1;</a:t>
            </a:r>
            <a:br/>
            <a:r>
              <a:t>    int max = 0;</a:t>
            </a:r>
            <a:br/>
            <a:r>
              <a:t>    for (int v : dist.values()) max = Math.max(max, v);</a:t>
            </a:r>
            <a:br/>
            <a:r>
              <a:t>    return max;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Network Delay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16: Dynamic Programming (DP)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1D DP &amp; Coin Change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1D DP &amp; Coin Change Pattern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compute minimum number of coins to make target amount using Bottom-up DP?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Currency change breakdown algorithms and resource capacity packing.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#322 - Coin Change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O(Amount * N) | Space: O(Amount)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coinChange(int[] coins, int amount) {</a:t>
            </a:r>
            <a:br/>
            <a:r>
              <a:t>    int[] dp = new int[amount + 1];</a:t>
            </a:r>
            <a:br/>
            <a:r>
              <a:t>    Arrays.fill(dp, amount + 1);</a:t>
            </a:r>
            <a:br/>
            <a:r>
              <a:t>    dp[0] = 0;</a:t>
            </a:r>
            <a:br/>
            <a:r>
              <a:t>    for (int i = 1; i &lt;= amount; i++) {</a:t>
            </a:r>
            <a:br/>
            <a:r>
              <a:t>        for (int c : coins) {</a:t>
            </a:r>
            <a:br/>
            <a:r>
              <a:t>            if (i &gt;= c) dp[i] = Math.min(dp[i], dp[i - c] + 1);</a:t>
            </a:r>
            <a:br/>
            <a:r>
              <a:t>        }</a:t>
            </a:r>
            <a:br/>
            <a:r>
              <a:t>    }</a:t>
            </a:r>
            <a:br/>
            <a:r>
              <a:t>    return dp[amount] &gt; amount ? -1 : dp[amount];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Coin Change 1 &amp;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17: Dynamic Programming (DP)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2D String DP (Edit Distance)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2D String DP (Edit Distance)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compute Edit Distance (Levenshtein Distance) between two strings using 2D DP?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Fuzzy string matching, spell checkers, and diff generation engines.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#72 - Edit Distance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O(M * N) | Space: O(M * 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minDistance(String w1, String w2) {</a:t>
            </a:r>
            <a:br/>
            <a:r>
              <a:t>    int m = w1.length(), n = w2.length();</a:t>
            </a:r>
            <a:br/>
            <a:r>
              <a:t>    int[][] dp = new int[m + 1][n + 1];</a:t>
            </a:r>
            <a:br/>
            <a:r>
              <a:t>    for (int i = 0; i &lt;= m; i++) dp[i][0] = i;</a:t>
            </a:r>
            <a:br/>
            <a:r>
              <a:t>    for (int j = 0; j &lt;= n; j++) dp[0][j] = j;</a:t>
            </a:r>
            <a:br/>
            <a:r>
              <a:t>    for (int i = 1; i &lt;= m; i++) {</a:t>
            </a:r>
            <a:br/>
            <a:r>
              <a:t>        for (int j = 1; j &lt;= n; j++) {</a:t>
            </a:r>
            <a:br/>
            <a:r>
              <a:t>            if (w1.charAt(i-1) == w2.charAt(j-1)) dp[i][j] = dp[i-1][j-1];</a:t>
            </a:r>
            <a:br/>
            <a:r>
              <a:t>            else dp[i][j] = 1 + Math.min(dp[i-1][j-1], Math.min(dp[i-1][j], dp[i][j-1]));</a:t>
            </a:r>
            <a:br/>
            <a:r>
              <a:t>        }</a:t>
            </a:r>
            <a:br/>
            <a:r>
              <a:t>    }</a:t>
            </a:r>
            <a:br/>
            <a:r>
              <a:t>    return dp[m][n];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Edit Distance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18: Backtracking &amp; Recursion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Combinatorial Search (Subsets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Combinatorial Search (Subsets Pattern)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generate all possible unique subsets of a set of numbers using Backtracking?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Generating permission matrix combinations and feature toggle configurations.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Employee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#78 - Subsets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 * 2^N)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List&lt;List&lt;Integer&gt;&gt; subsets(int[] nums) {</a:t>
            </a:r>
            <a:br/>
            <a:r>
              <a:t>    List&lt;List&lt;Integer&gt;&gt; res = new ArrayList&lt;&gt;();</a:t>
            </a:r>
            <a:br/>
            <a:r>
              <a:t>    backtrack(res, new ArrayList&lt;&gt;(), nums, 0);</a:t>
            </a:r>
            <a:br/>
            <a:r>
              <a:t>    return res;</a:t>
            </a:r>
            <a:br/>
            <a:r>
              <a:t>}</a:t>
            </a:r>
            <a:br/>
            <a:r>
              <a:t>private void backtrack(List&lt;List&lt;Integer&gt;&gt; res, List&lt;Integer&gt; tmp, int[] nums, int start) {</a:t>
            </a:r>
            <a:br/>
            <a:r>
              <a:t>    res.add(new ArrayList&lt;&gt;(tmp));</a:t>
            </a:r>
            <a:br/>
            <a:r>
              <a:t>    for (int i = start; i &lt; nums.length; i++) {</a:t>
            </a:r>
            <a:br/>
            <a:r>
              <a:t>        tmp.add(nums[i]);</a:t>
            </a:r>
            <a:br/>
            <a:r>
              <a:t>        backtrack(res, tmp, nums, i + 1);</a:t>
            </a:r>
            <a:br/>
            <a:r>
              <a:t>        tmp.remove(tmp.size() - 1);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Subsets &amp; Permutations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19: Advanced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Trie (Prefix Tree) Implementation &amp;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Trie (Prefix Tree) Implementation &amp; Search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`insert`, `search`, and `startsWith` in a Trie with O(L) time complexity?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Building auto-complete search bars and IP routing longest-prefix matching.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#208 - Implement Trie (Prefix Tree)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O(L) | Space: O(N * L)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class TrieNode {</a:t>
            </a:r>
            <a:br/>
            <a:r>
              <a:t>    TrieNode[] children = new TrieNode[26];</a:t>
            </a:r>
            <a:br/>
            <a:r>
              <a:t>    boolean isEnd = false;</a:t>
            </a:r>
            <a:br/>
            <a:r>
              <a:t>}</a:t>
            </a:r>
            <a:br/>
            <a:r>
              <a:t>class Trie {</a:t>
            </a:r>
            <a:br/>
            <a:r>
              <a:t>    private TrieNode root = new TrieNode();</a:t>
            </a:r>
            <a:br/>
            <a:r>
              <a:t>    public void insert(String word) {</a:t>
            </a:r>
            <a:br/>
            <a:r>
              <a:t>        TrieNode node = root;</a:t>
            </a:r>
            <a:br/>
            <a:r>
              <a:t>        for (char c : word.toCharArray()) {</a:t>
            </a:r>
            <a:br/>
            <a:r>
              <a:t>            if (node.children[c - 'a'] == null) node.children[c - 'a'] = new TrieNode();</a:t>
            </a:r>
            <a:br/>
            <a:r>
              <a:t>            node = node.children[c - 'a'];</a:t>
            </a:r>
            <a:br/>
            <a:r>
              <a:t>        }</a:t>
            </a:r>
            <a:br/>
            <a:r>
              <a:t>        node.isEnd = true;</a:t>
            </a:r>
            <a:br/>
            <a:r>
              <a:t>    }</a:t>
            </a:r>
            <a:br/>
            <a:r>
              <a:t>    public boolean startsWith(String prefix) {</a:t>
            </a:r>
            <a:br/>
            <a:r>
              <a:t>        TrieNode node = root;</a:t>
            </a:r>
            <a:br/>
            <a:r>
              <a:t>        for (char c : prefix.toCharArray()) {</a:t>
            </a:r>
            <a:br/>
            <a:r>
              <a:t>            if (node.children[c - 'a'] == null) return false;</a:t>
            </a:r>
            <a:br/>
            <a:r>
              <a:t>            node = node.children[c - 'a'];</a:t>
            </a:r>
            <a:br/>
            <a:r>
              <a:t>        }</a:t>
            </a:r>
            <a:br/>
            <a:r>
              <a:t>        return true;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Implement Trie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20: Bit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Bitwise Operators &amp; Single Number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Bitwise Operators &amp; Single Number Pattern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find Single Number in O(N) time and O(1) space using XOR properties?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Storing compact boolean flag sets inside single bitmask integers.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#136 - Single Number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int singleNumber(int[] nums) {</a:t>
            </a:r>
            <a:br/>
            <a:r>
              <a:t>    int result = 0;</a:t>
            </a:r>
            <a:br/>
            <a:r>
              <a:t>    for (int num : nums) result ^= num;</a:t>
            </a:r>
            <a:br/>
            <a:r>
              <a:t>    return result;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LeetCode Single Number &amp; Bitmasking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21: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22: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23: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24: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25: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26: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27: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28: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29: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30: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31: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32: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33: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34: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35: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36: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37: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38: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39: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40: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41: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42: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43: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44: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45: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46: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47: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48: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49: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50: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51: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52: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53: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54: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55: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56: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57: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58: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59: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60: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61: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62: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63: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64: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65: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66: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67: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68: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69: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70: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71: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72: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73: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74: Java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Thread Safe Singleton Double-Checked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Thread Safe Singleton Double-Checked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thread-safe Singleton using Double-Checked Locking in Java.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Thread Safe Singleton Double-Checked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Design Pattern Singleton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Singleton {</a:t>
            </a:r>
            <a:br/>
            <a:r>
              <a:t>    private static volatile Singleton instance;</a:t>
            </a:r>
            <a:br/>
            <a:r>
              <a:t>    public static Singleton getInstance() {</a:t>
            </a:r>
            <a:br/>
            <a:r>
              <a:t>        if (instance == null) {</a:t>
            </a:r>
            <a:br/>
            <a:r>
              <a:t>            synchronized (Singleton.class) {</a:t>
            </a:r>
            <a:br/>
            <a:r>
              <a:t>                if (instance == null) instance = new Singleton();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Thread Safe Singleton Double-Checked Locking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75: Spring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JWT Authentication Filter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JWT Authentication Filter Setup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intercept requests and validate JWT Bearer token in Spring Security filter?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JWT Authentication Filter Setup.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Spring Boot JWT Auth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class JwtFilter extends OncePerRequestFilter {</a:t>
            </a:r>
            <a:br/>
            <a:r>
              <a:t>    protected void doFilterInternal(HttpServletRequest req, HttpServletResponse res, FilterChain chain) {</a:t>
            </a:r>
            <a:br/>
            <a:r>
              <a:t>        String header = req.getHeader("Authorization");</a:t>
            </a:r>
            <a:br/>
            <a:r>
              <a:t>        if (header != null &amp;&amp; header.startsWith("Bearer ")) {</a:t>
            </a:r>
            <a:br/>
            <a:r>
              <a:t>            String token = header.substring(7);</a:t>
            </a:r>
            <a:br/>
            <a:r>
              <a:t>            // validate token &amp; set SecurityContext</a:t>
            </a:r>
            <a:br/>
            <a:r>
              <a:t>        }</a:t>
            </a:r>
            <a:br/>
            <a:r>
              <a:t>        chain.doFilter(req, res);</a:t>
            </a:r>
            <a:br/>
            <a:r>
              <a:t>    }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JWT Authentication Filter Setup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76: Advanced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SQL Window Functions ROW_NUMBER vs DENSE_RANK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SQL Window Functions ROW_NUMBER vs DENSE_RANK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Write a query to find Top 3 highest paid employees per department.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SQL Window Functions ROW_NUMBER vs DENSE_RANK.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LeetCode #185 - Department Top Three Salaries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O(N^2)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SELECT d.Name AS Department, e.Name AS Employee, e.Salary FROM Employee e JOIN Department d ON e.DepartmentId = d.Id WHERE 3 &gt; (SELECT COUNT(DISTINCT e2.Salary) FROM Employee e2 WHERE e2.Salary &gt; e.Salary AND e2.DepartmentId = e.DepartmentId);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SQL Window Functions ROW_NUMBER vs DENSE_RANK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77: Database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Pessimistic vs Optimistic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Pessimistic vs Optimistic Locking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How to implement Optimistic Locking with JPA @Version annotation?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Pessimistic vs Optimistic Locking.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Banking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JPA Lock Challenge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| Space: O(1)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@Entity</a:t>
            </a:r>
            <a:br/>
            <a:r>
              <a:t>public class Account {</a:t>
            </a:r>
            <a:br/>
            <a:r>
              <a:t>    @Id @GeneratedValue private Long id;</a:t>
            </a:r>
            <a:br/>
            <a:r>
              <a:t>    @Version private Long version;</a:t>
            </a:r>
            <a:br/>
            <a:r>
              <a:t>    private BigDecimal balance;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Pessimistic vs Optimistic Locking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Topic 78: Java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HashMap Internals &amp; Treeify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📌 Core Overview &amp; Interview Question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Sub-topic: HashMap Internals &amp; Treeify Threshold</a:t>
            </a:r>
            <a:br/>
          </a:p>
          <a:p>
            <a:pPr>
              <a:defRPr sz="1150" b="1">
                <a:solidFill>
                  <a:srgbClr val="A855F7"/>
                </a:solidFill>
              </a:defRPr>
            </a:pPr>
            <a:r>
              <a:t>💡 Senior Interview Question:</a:t>
            </a:r>
            <a:br/>
            <a:r>
              <a:t>Why Java 8 converts HashMap buckets to Red-Black Trees at length 8?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⚙️ Real-World Enterprise Usecase:</a:t>
            </a:r>
            <a:br/>
            <a:r>
              <a:t>Production implementation pattern for HashMap Internals &amp; Treeify Threshold.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🚀 Target Project: E-Commerce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💻 Coding Challenge: Java Core HashMap Internals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Complexity: Time: O(1) avg, O(log N) worst | Space: O(N)</a:t>
            </a:r>
            <a:b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Optimal Java Solution Code:</a:t>
            </a:r>
            <a:br/>
            <a:r>
              <a:t>public V put(K key, V value) {</a:t>
            </a:r>
            <a:br/>
            <a:r>
              <a:t>    return putVal(hash(key), key, value, false, true);</a:t>
            </a:r>
            <a:br/>
            <a:r>
              <a:t>}</a:t>
            </a:r>
            <a:br/>
          </a:p>
          <a:p>
            <a:pPr>
              <a:defRPr sz="1050">
                <a:solidFill>
                  <a:srgbClr val="38BDF8"/>
                </a:solidFill>
              </a:defRPr>
            </a:pPr>
            <a:r>
              <a:t>📚 Recommended Resources: Official Guide &amp; Solution Blueprint for HashMap Internals &amp; Treeify Threshold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